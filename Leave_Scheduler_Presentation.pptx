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5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3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9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8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0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6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000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05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245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25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4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6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9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Leave Scheduler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Java • JDBC • MySQL • MVC Structure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61652"/>
            <a:ext cx="6347714" cy="4379711"/>
          </a:xfrm>
        </p:spPr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 console-based Leave Management System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Built using Java, JDBC, MySQL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Features login, leave application, approvals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Admin &amp; Employee modules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Packages: cli, dao, model, service, util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Follows modular MVC-like approach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MySQL as backend database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JDBC for connectivity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Employee Module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Admin Module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User Authentication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Leave Management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Leave Balance Tracking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Employee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1"/>
              </a:solidFill>
            </a:endParaRP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Apply for leave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View applied leaves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View leave balance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Login/Logout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View all leave requests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Approve or Reject leave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Monitor system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users table (id, username, password, role, </a:t>
            </a:r>
            <a:r>
              <a:rPr dirty="0" err="1">
                <a:solidFill>
                  <a:schemeClr val="tx1"/>
                </a:solidFill>
              </a:rPr>
              <a:t>ct_balance</a:t>
            </a:r>
            <a:r>
              <a:rPr dirty="0">
                <a:solidFill>
                  <a:schemeClr val="tx1"/>
                </a:solidFill>
              </a:rPr>
              <a:t>)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leaves table (id, </a:t>
            </a:r>
            <a:r>
              <a:rPr dirty="0" err="1">
                <a:solidFill>
                  <a:schemeClr val="tx1"/>
                </a:solidFill>
              </a:rPr>
              <a:t>user_id</a:t>
            </a:r>
            <a:r>
              <a:rPr dirty="0">
                <a:solidFill>
                  <a:schemeClr val="tx1"/>
                </a:solidFill>
              </a:rPr>
              <a:t>, dates, reason, type, status)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Foreign key: </a:t>
            </a:r>
            <a:r>
              <a:rPr dirty="0" err="1">
                <a:solidFill>
                  <a:schemeClr val="tx1"/>
                </a:solidFill>
              </a:rPr>
              <a:t>user_id</a:t>
            </a:r>
            <a:r>
              <a:rPr dirty="0">
                <a:solidFill>
                  <a:schemeClr val="tx1"/>
                </a:solidFill>
              </a:rPr>
              <a:t> → users(id)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ER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251328-5BF7-4FE0-6675-E8C1ED7CF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81" y="1612491"/>
            <a:ext cx="6030021" cy="370579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User registers/logs in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System identifies role (Admin/Employee)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Employee applies leave → stored in DB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Admin reviews &amp; updates status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Employee tracks leave balance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Java (Core Java, OOP, Packages)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JDBC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MySQL Database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Eclipse IDE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MySQL Connector JAR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Import project in Eclipse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Add MySQL Connector JAR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Create DB using provided SQL script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Update DB credentials</a:t>
            </a:r>
          </a:p>
          <a:p>
            <a:pPr>
              <a:defRPr>
                <a:solidFill>
                  <a:srgbClr val="E6F0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Run MainApp.java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rgbClr val="0A2342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Leave Scheduler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225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Leave Scheduler System</vt:lpstr>
      <vt:lpstr>Project Overview</vt:lpstr>
      <vt:lpstr>Project Architecture</vt:lpstr>
      <vt:lpstr>System Modules</vt:lpstr>
      <vt:lpstr>Employee Features</vt:lpstr>
      <vt:lpstr>Admin Features</vt:lpstr>
      <vt:lpstr>Database Schema</vt:lpstr>
      <vt:lpstr>ER Diagram</vt:lpstr>
      <vt:lpstr>Project Workflow</vt:lpstr>
      <vt:lpstr>Technologies Used</vt:lpstr>
      <vt:lpstr>How to Run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Vidya</dc:creator>
  <cp:keywords/>
  <dc:description>generated using python-pptx</dc:description>
  <cp:lastModifiedBy>vdyaaa.37swt@outlook.com</cp:lastModifiedBy>
  <cp:revision>3</cp:revision>
  <dcterms:created xsi:type="dcterms:W3CDTF">2013-01-27T09:14:16Z</dcterms:created>
  <dcterms:modified xsi:type="dcterms:W3CDTF">2025-11-19T07:41:51Z</dcterms:modified>
  <cp:category/>
</cp:coreProperties>
</file>